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F60C-42CA-22D2-1074-3AF38EF3F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74697-5856-E891-663D-EF602E9CD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A63C6-45FC-2BF6-BFCF-A09D70FB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DB0A-447B-D706-989E-419D0F2C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38CDC-6BAF-1EA4-D3B6-759C4A3C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00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18D4-449B-AD42-C306-11EC3E3D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5A82E-4814-0BB2-DDF7-5FD7D742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19DB5-9839-DB31-CA6F-06A0A6D2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4E07-7178-536A-CF57-BA80B225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F6BDF-64D1-0115-DBA5-3F46D7A0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123-953A-8E2C-4A2F-C174D3E6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84D6-1842-78DE-EDAB-465B7038F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70726-FF30-8B8E-3826-4C56C86F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F15A6-9584-5972-D910-7B278AF0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B44BE-01A2-F597-A89B-449AA7C9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7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DE87-2457-5B88-F23A-47FD3C9C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60023-E677-7B6D-2D48-03A1A023B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0B42E-F6B0-3A48-87CC-5B41555D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A502F-04ED-CA92-34A1-71EB5E2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1AFEC-5E3F-7638-42EC-798B85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F0543-3E81-E983-5C96-3CE40ACA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4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AB70-0C90-E440-DE2C-B980C226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5F677-8CE1-E774-C447-89C0807FF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D9549-D082-194F-6019-BAAEA71CD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01002-B004-01E0-EBF1-46BCA0768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2CB37-7B71-68A9-9640-466C86DEE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AAE4E-E867-6DFF-CD1F-2D5A1233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586FB-31C8-6ACB-FFBC-15C28630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AD1A4-A615-2A5B-2F67-E70EBEFA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5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041D-BFDF-3F48-379B-96BA4A0C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C4CC8-A40E-4833-4513-5C974CF6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6C3CC-4C75-A362-0E2C-082662FF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C408D-9855-A986-1129-96A7EC0D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93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CA923-1041-227D-82DA-0046D1C32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FDAFC-4C7D-B7C2-51C6-128FEE8E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083F2-9CA5-ADEA-5F4F-934CC8CB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900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128B-FB1C-C805-AABC-3DB17C82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3EE2F-EC56-F589-F1B4-5D77F4A34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A1A2D-F516-0B6D-6534-FDA15FC10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BA85D-3E6A-82C0-9F05-CF735C09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F6731-11C5-C3AF-A1BC-545ACE88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42057-51B5-F819-5B80-DA3956EC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6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459E-D0AE-A6E1-4D3D-D01B1558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105117-827D-B8DF-19CE-2971273AB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74149-18B3-4493-A969-C600A2ED3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187D5-41C4-2016-84D0-95EA4E55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146A7-3F3C-0EB3-4B30-5F7FCB83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0BA8A-F62C-92F4-D513-19954A3A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85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7E23-1CA6-1411-81C3-DCF1A506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520A0-428C-DFEF-4EC1-FFEB9D8AF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9A0C-5291-A6F0-AFDA-C0E8E53A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044A1-9044-F962-AD14-E0600F25A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C868F-957A-B19F-F065-6D10099C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01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62F9C-9614-DB4C-5B45-AD6D5DFD6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FC5EA-7912-4C99-1A5E-6CEBDEEBF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0D35C-16C2-FBC2-7215-2D02BCF1A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FEE46-8657-2FA4-10AB-A8BEB196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A51D8-4B40-0B78-F664-A08DA7D2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69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1F0BC-BF86-E7AE-5CF3-76E29DD6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B6D6E-6528-4BEF-20A3-2643E340F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3A09C-EE11-9B34-4B53-8672735BE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D1588-F2A4-41DC-ABD0-16669F016B3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A8BE9-0AB9-8095-D8B1-86DDAF387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22B2A-50F4-9F1B-9DC5-8AB020551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93D62-4373-4475-B42B-0FF95FB10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4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96353F1C-036A-6E0E-10E8-1ACE3743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341BC3-9426-0891-4221-4A4A3B99C844}"/>
              </a:ext>
            </a:extLst>
          </p:cNvPr>
          <p:cNvSpPr txBox="1"/>
          <p:nvPr/>
        </p:nvSpPr>
        <p:spPr>
          <a:xfrm>
            <a:off x="1419734" y="2102029"/>
            <a:ext cx="9114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 and 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DBB14-8ADF-BF6D-40E9-9EBA45648ABD}"/>
              </a:ext>
            </a:extLst>
          </p:cNvPr>
          <p:cNvSpPr txBox="1"/>
          <p:nvPr/>
        </p:nvSpPr>
        <p:spPr>
          <a:xfrm>
            <a:off x="2227004" y="3473873"/>
            <a:ext cx="7737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ITA0609-Machine Learning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80B9C-7047-AC5A-2E28-DB7D3401034E}"/>
              </a:ext>
            </a:extLst>
          </p:cNvPr>
          <p:cNvSpPr txBox="1"/>
          <p:nvPr/>
        </p:nvSpPr>
        <p:spPr>
          <a:xfrm>
            <a:off x="8485239" y="4750589"/>
            <a:ext cx="363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N.Kishan Kumar Reddy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192424404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6D7E74-327E-86BA-5815-99AD5CE84805}"/>
              </a:ext>
            </a:extLst>
          </p:cNvPr>
          <p:cNvSpPr txBox="1"/>
          <p:nvPr/>
        </p:nvSpPr>
        <p:spPr>
          <a:xfrm>
            <a:off x="934063" y="4750589"/>
            <a:ext cx="266454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/>
              <a:t> </a:t>
            </a:r>
            <a:r>
              <a:rPr lang="en-IN" b="1" dirty="0"/>
              <a:t>Shri Vindhya 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88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3F9FCF17-F44A-B020-6DB9-3E48A706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3BDC01-5F11-DB6B-6C30-CC95C79CF5E5}"/>
              </a:ext>
            </a:extLst>
          </p:cNvPr>
          <p:cNvSpPr txBox="1"/>
          <p:nvPr/>
        </p:nvSpPr>
        <p:spPr>
          <a:xfrm>
            <a:off x="0" y="171510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Decision Tree:-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579F19-E74F-01BD-675D-B7F2D057495F}"/>
              </a:ext>
            </a:extLst>
          </p:cNvPr>
          <p:cNvSpPr txBox="1"/>
          <p:nvPr/>
        </p:nvSpPr>
        <p:spPr>
          <a:xfrm>
            <a:off x="5407742" y="2299014"/>
            <a:ext cx="8150942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is a Machine Learning algorithm.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comes under Supervised Learning.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classification and regression.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like a flowchart.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decisions using a series of conditions.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called a prediction or decision.</a:t>
            </a:r>
          </a:p>
        </p:txBody>
      </p:sp>
    </p:spTree>
    <p:extLst>
      <p:ext uri="{BB962C8B-B14F-4D97-AF65-F5344CB8AC3E}">
        <p14:creationId xmlns:p14="http://schemas.microsoft.com/office/powerpoint/2010/main" val="1776520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17349FD5-4525-4A2C-03B6-4103ACAF0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2E524-6716-2762-F0F6-D80CFD5FA1C2}"/>
              </a:ext>
            </a:extLst>
          </p:cNvPr>
          <p:cNvSpPr txBox="1"/>
          <p:nvPr/>
        </p:nvSpPr>
        <p:spPr>
          <a:xfrm>
            <a:off x="3048000" y="153750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a Decision 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13C8F-72FD-1153-70C0-5DC9B46F2863}"/>
              </a:ext>
            </a:extLst>
          </p:cNvPr>
          <p:cNvSpPr txBox="1"/>
          <p:nvPr/>
        </p:nvSpPr>
        <p:spPr>
          <a:xfrm>
            <a:off x="2802193" y="2205949"/>
            <a:ext cx="8052620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starting point of the tree.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a condition or question.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result of a condition.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final output.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divided step-by-step into smaller groups.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path from root to leaf represents a decision.</a:t>
            </a:r>
          </a:p>
        </p:txBody>
      </p:sp>
    </p:spTree>
    <p:extLst>
      <p:ext uri="{BB962C8B-B14F-4D97-AF65-F5344CB8AC3E}">
        <p14:creationId xmlns:p14="http://schemas.microsoft.com/office/powerpoint/2010/main" val="390471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5AB7-0573-C241-A63E-1404D58C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16C7621D-123B-D9B6-0622-8A292115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877AB1-BD10-1A74-6E9E-7186E5000087}"/>
              </a:ext>
            </a:extLst>
          </p:cNvPr>
          <p:cNvSpPr txBox="1"/>
          <p:nvPr/>
        </p:nvSpPr>
        <p:spPr>
          <a:xfrm>
            <a:off x="3048000" y="171296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Decision Tree 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779CA-DF68-6899-5CA0-A1A6E6F63165}"/>
              </a:ext>
            </a:extLst>
          </p:cNvPr>
          <p:cNvSpPr txBox="1"/>
          <p:nvPr/>
        </p:nvSpPr>
        <p:spPr>
          <a:xfrm>
            <a:off x="2281084" y="2476484"/>
            <a:ext cx="7384026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algorithm takes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selects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feature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dataset.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split based on that feature.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splitting process continues recursively.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uncertainty in the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choose the best split.</a:t>
            </a:r>
          </a:p>
        </p:txBody>
      </p:sp>
    </p:spTree>
    <p:extLst>
      <p:ext uri="{BB962C8B-B14F-4D97-AF65-F5344CB8AC3E}">
        <p14:creationId xmlns:p14="http://schemas.microsoft.com/office/powerpoint/2010/main" val="312217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0C6C-638C-EBD2-B1FA-6F877B1C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0D3FA755-BEF5-7842-4044-D51FE192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51DFEC-94A6-7C6D-3D28-0539E663BE98}"/>
              </a:ext>
            </a:extLst>
          </p:cNvPr>
          <p:cNvSpPr txBox="1"/>
          <p:nvPr/>
        </p:nvSpPr>
        <p:spPr>
          <a:xfrm>
            <a:off x="3116826" y="159589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Conclusion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7857DF-9FB6-C79E-5D5F-4CCE7205AA3E}"/>
              </a:ext>
            </a:extLst>
          </p:cNvPr>
          <p:cNvSpPr txBox="1"/>
          <p:nvPr/>
        </p:nvSpPr>
        <p:spPr>
          <a:xfrm>
            <a:off x="1278193" y="2400048"/>
            <a:ext cx="1002890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and spam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many classification and decision-making problems.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Trees provide simple and understandable predictions using conditions and branches.</a:t>
            </a:r>
          </a:p>
        </p:txBody>
      </p:sp>
    </p:spTree>
    <p:extLst>
      <p:ext uri="{BB962C8B-B14F-4D97-AF65-F5344CB8AC3E}">
        <p14:creationId xmlns:p14="http://schemas.microsoft.com/office/powerpoint/2010/main" val="269665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4A1E4-0266-F466-2A7C-AA43420F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D3AD97B9-9F32-0FDA-64F4-A6BC1550B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AD113-3341-A2CA-E6E9-8A9BD5F0D935}"/>
              </a:ext>
            </a:extLst>
          </p:cNvPr>
          <p:cNvSpPr txBox="1"/>
          <p:nvPr/>
        </p:nvSpPr>
        <p:spPr>
          <a:xfrm>
            <a:off x="3401961" y="2644170"/>
            <a:ext cx="53880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84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N.kishan Kumar</dc:creator>
  <cp:lastModifiedBy>N.kishan Kumar</cp:lastModifiedBy>
  <cp:revision>1</cp:revision>
  <dcterms:created xsi:type="dcterms:W3CDTF">2026-07-27T13:40:58Z</dcterms:created>
  <dcterms:modified xsi:type="dcterms:W3CDTF">2026-07-27T13:48:02Z</dcterms:modified>
</cp:coreProperties>
</file>